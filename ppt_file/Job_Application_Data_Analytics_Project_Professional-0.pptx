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9" r:id="rId5"/>
    <p:sldId id="270" r:id="rId6"/>
    <p:sldId id="260" r:id="rId7"/>
    <p:sldId id="261" r:id="rId8"/>
    <p:sldId id="262" r:id="rId9"/>
    <p:sldId id="264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34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97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7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0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37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27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17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8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9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3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039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77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6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09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91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57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321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23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1918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161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806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337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46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796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154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96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80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2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09728"/>
            <a:ext cx="10972800" cy="438912"/>
          </a:xfrm>
        </p:spPr>
        <p:txBody>
          <a:bodyPr>
            <a:normAutofit fontScale="90000"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JOB APPLICATION DATA ANALYTICS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64008"/>
          </a:xfrm>
          <a:prstGeom prst="rect">
            <a:avLst/>
          </a:prstGeom>
          <a:solidFill>
            <a:srgbClr val="23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Job Application Data Analytics Project   |   Slide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4297680"/>
          </a:xfrm>
          <a:prstGeom prst="roundRect">
            <a:avLst/>
          </a:prstGeom>
          <a:solidFill>
            <a:srgbClr val="E7F1FA"/>
          </a:solidFill>
          <a:ln w="15240">
            <a:solidFill>
              <a:srgbClr val="236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43620" y="1600200"/>
            <a:ext cx="7674280" cy="25186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000" b="1">
                <a:solidFill>
                  <a:srgbClr val="102A43"/>
                </a:solidFill>
                <a:latin typeface="Aptos Display"/>
              </a:defRPr>
            </a:pPr>
            <a:r>
              <a:rPr dirty="0"/>
              <a:t>JOB APPLICATION DATA ANALYTICS PROJECT</a:t>
            </a:r>
          </a:p>
          <a:p>
            <a:pPr algn="ctr">
              <a:spcAft>
                <a:spcPts val="1000"/>
              </a:spcAft>
              <a:defRPr sz="2200" b="0">
                <a:solidFill>
                  <a:srgbClr val="2363A8"/>
                </a:solidFill>
                <a:latin typeface="Aptos"/>
              </a:defRPr>
            </a:pPr>
            <a:r>
              <a:rPr dirty="0"/>
              <a:t>Practical Excel Data Analytics Project</a:t>
            </a:r>
          </a:p>
          <a:p>
            <a:pPr algn="ctr">
              <a:spcAft>
                <a:spcPts val="1000"/>
              </a:spcAft>
              <a:defRPr sz="1000" b="0">
                <a:solidFill>
                  <a:srgbClr val="2D3748"/>
                </a:solidFill>
                <a:latin typeface="Aptos"/>
              </a:defRPr>
            </a:pPr>
            <a:endParaRPr dirty="0"/>
          </a:p>
          <a:p>
            <a:pPr algn="ctr">
              <a:spcAft>
                <a:spcPts val="10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rPr dirty="0"/>
              <a:t>Course: Excel for Data </a:t>
            </a:r>
            <a:r>
              <a:rPr lang="en-US" dirty="0"/>
              <a:t>Scientist</a:t>
            </a:r>
            <a:endParaRPr dirty="0"/>
          </a:p>
          <a:p>
            <a:pPr algn="ctr">
              <a:spcAft>
                <a:spcPts val="10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rPr dirty="0"/>
              <a:t>Student: Sucdi Yasin</a:t>
            </a:r>
            <a:r>
              <a:rPr lang="en-US" dirty="0"/>
              <a:t> Husein</a:t>
            </a:r>
            <a:endParaRPr dirty="0"/>
          </a:p>
          <a:p>
            <a:pPr algn="ctr">
              <a:spcAft>
                <a:spcPts val="1000"/>
              </a:spcAft>
              <a:defRPr sz="1800" b="0">
                <a:solidFill>
                  <a:srgbClr val="2D3748"/>
                </a:solidFill>
                <a:latin typeface="Aptos"/>
              </a:defRPr>
            </a:pPr>
            <a:r>
              <a:rPr dirty="0"/>
              <a:t>Software: Microsoft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09728"/>
            <a:ext cx="10972800" cy="438912"/>
          </a:xfrm>
        </p:spPr>
        <p:txBody>
          <a:bodyPr>
            <a:normAutofit fontScale="90000"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5960" y="1195567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This project analyzes a Job Application Dataset using Microsoft Excel.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Raw Data → Data Cleaning → Analysis → PivotTables → Charts → KPIs → Slicers → Dashboard → Findings</a:t>
            </a:r>
            <a:endParaRPr lang="en-US" dirty="0"/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Dataset: Job Application Data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Number of Records: 293 applicants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Important variables: Applicant ID, Application Date, Department, Experience Years, Education Level, Interview Score, Application Status, Interview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64008"/>
          </a:xfrm>
          <a:prstGeom prst="rect">
            <a:avLst/>
          </a:prstGeom>
          <a:solidFill>
            <a:srgbClr val="23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Job Application Data Analytics Project   | 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09728"/>
            <a:ext cx="10972800" cy="438912"/>
          </a:xfrm>
        </p:spPr>
        <p:txBody>
          <a:bodyPr>
            <a:normAutofit fontScale="90000"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Data Problems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1714" y="1426464"/>
            <a:ext cx="8229600" cy="4525963"/>
          </a:xfrm>
        </p:spPr>
        <p:txBody>
          <a:bodyPr>
            <a:normAutofit lnSpcReduction="10000"/>
          </a:bodyPr>
          <a:lstStyle/>
          <a:p>
            <a:pPr marL="400050" lvl="1" indent="0"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b="1" spc="300" dirty="0"/>
              <a:t>Data Problem Found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Duplicate records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Missing values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Unknown values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Inconsistent data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Blank cells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These problems could affect analysis, PivotTables, charts, and dashboard results.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64008"/>
          </a:xfrm>
          <a:prstGeom prst="rect">
            <a:avLst/>
          </a:prstGeom>
          <a:solidFill>
            <a:srgbClr val="23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Job Application Data Analytics Project   |   Slide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35757-4779-44F0-9451-C24BF112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17BF-6A35-BA75-6E08-236445948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9728"/>
            <a:ext cx="10972800" cy="438912"/>
          </a:xfrm>
        </p:spPr>
        <p:txBody>
          <a:bodyPr>
            <a:normAutofit fontScale="90000"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Data Problems Found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F2A7D-CB9C-1FAF-1E99-C7E6AC39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57" y="1240536"/>
            <a:ext cx="8229600" cy="4525963"/>
          </a:xfrm>
        </p:spPr>
        <p:txBody>
          <a:bodyPr>
            <a:noAutofit/>
          </a:bodyPr>
          <a:lstStyle/>
          <a:p>
            <a:pPr marL="400050" lvl="1" indent="0">
              <a:lnSpc>
                <a:spcPct val="100000"/>
              </a:lnSpc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b="1" dirty="0"/>
              <a:t>Data Problems Found </a:t>
            </a:r>
          </a:p>
          <a:p>
            <a:pPr marL="400050" lvl="1" indent="0">
              <a:lnSpc>
                <a:spcPct val="100000"/>
              </a:lnSpc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Missing, Invalid, and Inconsistent Data </a:t>
            </a:r>
          </a:p>
          <a:p>
            <a:pPr marL="400050" lvl="1" indent="0">
              <a:lnSpc>
                <a:spcPct val="100000"/>
              </a:lnSpc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The dataset contained several data-quality problems that required cleaning before analysis.</a:t>
            </a:r>
          </a:p>
          <a:p>
            <a:pPr marL="400050" lvl="1" indent="0">
              <a:lnSpc>
                <a:spcPct val="100000"/>
              </a:lnSpc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Variable Data Problems Found </a:t>
            </a:r>
          </a:p>
          <a:p>
            <a:pPr marL="742950" lvl="1" indent="-342900">
              <a:lnSpc>
                <a:spcPct val="100000"/>
              </a:lnSpc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Issue ID15 blank values</a:t>
            </a:r>
          </a:p>
          <a:p>
            <a:pPr marL="742950" lvl="1" indent="-342900">
              <a:lnSpc>
                <a:spcPct val="100000"/>
              </a:lnSpc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Department15 blank values</a:t>
            </a:r>
          </a:p>
          <a:p>
            <a:pPr marL="742950" lvl="1" indent="-342900">
              <a:lnSpc>
                <a:spcPct val="100000"/>
              </a:lnSpc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Date15 blank values, 1 underscore (_), and 3 invalid date values (-9)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31B3D0-9AAC-B215-397C-AE28EC041794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B4EBCF-9416-E5E4-4FE4-E7925A8E051E}"/>
              </a:ext>
            </a:extLst>
          </p:cNvPr>
          <p:cNvSpPr/>
          <p:nvPr/>
        </p:nvSpPr>
        <p:spPr>
          <a:xfrm>
            <a:off x="0" y="713232"/>
            <a:ext cx="12191695" cy="64008"/>
          </a:xfrm>
          <a:prstGeom prst="rect">
            <a:avLst/>
          </a:prstGeom>
          <a:solidFill>
            <a:srgbClr val="23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5AFE9-56CD-7E80-F7A1-14D78DD3F87B}"/>
              </a:ext>
            </a:extLst>
          </p:cNvPr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Job Application Data Analytics Project   |   Slide 4</a:t>
            </a:r>
          </a:p>
        </p:txBody>
      </p:sp>
    </p:spTree>
    <p:extLst>
      <p:ext uri="{BB962C8B-B14F-4D97-AF65-F5344CB8AC3E}">
        <p14:creationId xmlns:p14="http://schemas.microsoft.com/office/powerpoint/2010/main" val="150580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8FFB3-BBF8-932A-C969-7C2021DC0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039B-5512-AFE6-ECF6-8A5E40020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9728"/>
            <a:ext cx="10972800" cy="438912"/>
          </a:xfrm>
        </p:spPr>
        <p:txBody>
          <a:bodyPr>
            <a:normAutofit fontScale="90000"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Data Problems Found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4D91A-2D91-7224-B2BD-4C023292D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57" y="1240536"/>
            <a:ext cx="8229600" cy="4525963"/>
          </a:xfrm>
        </p:spPr>
        <p:txBody>
          <a:bodyPr>
            <a:noAutofit/>
          </a:bodyPr>
          <a:lstStyle/>
          <a:p>
            <a:pPr marL="400050" lvl="1" indent="0">
              <a:lnSpc>
                <a:spcPct val="100000"/>
              </a:lnSpc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b="1" dirty="0"/>
              <a:t>Data Problems Found </a:t>
            </a:r>
          </a:p>
          <a:p>
            <a:pPr marL="742950" lvl="1" indent="-342900">
              <a:lnSpc>
                <a:spcPct val="100000"/>
              </a:lnSpc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Experience Years18 blank values, 2 NULL, 1 N/A,</a:t>
            </a:r>
          </a:p>
          <a:p>
            <a:pPr marL="400050" lvl="1" indent="0">
              <a:lnSpc>
                <a:spcPct val="100000"/>
              </a:lnSpc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        3 underscores (_), and invalid value -9.</a:t>
            </a:r>
          </a:p>
          <a:p>
            <a:pPr marL="742950" lvl="1" indent="-342900">
              <a:lnSpc>
                <a:spcPct val="100000"/>
              </a:lnSpc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Education Level19 blank values.</a:t>
            </a:r>
          </a:p>
          <a:p>
            <a:pPr marL="742950" lvl="1" indent="-342900">
              <a:lnSpc>
                <a:spcPct val="100000"/>
              </a:lnSpc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 Interview Score15 blank values, invalid values 119, </a:t>
            </a:r>
          </a:p>
          <a:p>
            <a:pPr marL="400050" lvl="1" indent="0">
              <a:lnSpc>
                <a:spcPct val="100000"/>
              </a:lnSpc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        123, and _ .</a:t>
            </a:r>
          </a:p>
          <a:p>
            <a:pPr marL="742950" lvl="1" indent="-342900">
              <a:lnSpc>
                <a:spcPct val="100000"/>
              </a:lnSpc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Application Status17 blank values and 1 NULL.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72B10E-3540-DDFF-0C69-16386C67592D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4517EE-9FC4-CDDF-9F34-A01D19332636}"/>
              </a:ext>
            </a:extLst>
          </p:cNvPr>
          <p:cNvSpPr/>
          <p:nvPr/>
        </p:nvSpPr>
        <p:spPr>
          <a:xfrm>
            <a:off x="0" y="713232"/>
            <a:ext cx="12191695" cy="64008"/>
          </a:xfrm>
          <a:prstGeom prst="rect">
            <a:avLst/>
          </a:prstGeom>
          <a:solidFill>
            <a:srgbClr val="23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6371B6-418F-58FC-DD2B-4449059F0348}"/>
              </a:ext>
            </a:extLst>
          </p:cNvPr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Job Application Data Analytics Project   |   Slide 4</a:t>
            </a:r>
          </a:p>
        </p:txBody>
      </p:sp>
    </p:spTree>
    <p:extLst>
      <p:ext uri="{BB962C8B-B14F-4D97-AF65-F5344CB8AC3E}">
        <p14:creationId xmlns:p14="http://schemas.microsoft.com/office/powerpoint/2010/main" val="2998480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09728"/>
            <a:ext cx="10972800" cy="438912"/>
          </a:xfrm>
        </p:spPr>
        <p:txBody>
          <a:bodyPr>
            <a:normAutofit fontScale="90000"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9466" y="1451864"/>
            <a:ext cx="8229600" cy="4525963"/>
          </a:xfrm>
        </p:spPr>
        <p:txBody>
          <a:bodyPr/>
          <a:lstStyle/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b="1" dirty="0"/>
              <a:t>Data Cleaning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Duplicate records were identified and removed.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Missing values were checked and handled.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Unknown values were reviewed.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Data types were standardized.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Data was formatted for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64008"/>
          </a:xfrm>
          <a:prstGeom prst="rect">
            <a:avLst/>
          </a:prstGeom>
          <a:solidFill>
            <a:srgbClr val="23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Job Application Data Analytics Project   |   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09728"/>
            <a:ext cx="10972800" cy="438912"/>
          </a:xfrm>
        </p:spPr>
        <p:txBody>
          <a:bodyPr>
            <a:normAutofit fontScale="90000"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4134" y="1356617"/>
            <a:ext cx="8229600" cy="4525963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b="1" dirty="0"/>
              <a:t>Excel Analysis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SUM, AVERAGE,</a:t>
            </a:r>
            <a:endParaRPr lang="en-US" dirty="0"/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 COUNT, MIN, </a:t>
            </a:r>
            <a:endParaRPr lang="en-US" dirty="0"/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MAX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COUNTIF,</a:t>
            </a:r>
            <a:endParaRPr lang="en-US" dirty="0"/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 SUMIF, </a:t>
            </a:r>
            <a:endParaRPr lang="en-US" dirty="0"/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AVERAGEIF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IF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64008"/>
          </a:xfrm>
          <a:prstGeom prst="rect">
            <a:avLst/>
          </a:prstGeom>
          <a:solidFill>
            <a:srgbClr val="23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Job Application Data Analytics Project   |   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09728"/>
            <a:ext cx="10972800" cy="438912"/>
          </a:xfrm>
        </p:spPr>
        <p:txBody>
          <a:bodyPr>
            <a:normAutofit fontScale="90000"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PivotTables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8246" y="1536267"/>
            <a:ext cx="8229600" cy="4525963"/>
          </a:xfrm>
        </p:spPr>
        <p:txBody>
          <a:bodyPr/>
          <a:lstStyle/>
          <a:p>
            <a:pPr marL="0" indent="0"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b="1" dirty="0"/>
              <a:t>     PivotTable &amp; Chart Analysis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Application Status by Department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Average Experience Years by Department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Total Interview Score by Department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Distribution of Application Status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64008"/>
          </a:xfrm>
          <a:prstGeom prst="rect">
            <a:avLst/>
          </a:prstGeom>
          <a:solidFill>
            <a:srgbClr val="23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Job Application Data Analytics Project   |   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09728"/>
            <a:ext cx="10972800" cy="438912"/>
          </a:xfrm>
        </p:spPr>
        <p:txBody>
          <a:bodyPr>
            <a:normAutofit fontScale="90000"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Application Status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419" y="1618805"/>
            <a:ext cx="8229600" cy="4525963"/>
          </a:xfrm>
        </p:spPr>
        <p:txBody>
          <a:bodyPr/>
          <a:lstStyle/>
          <a:p>
            <a:pPr marL="0" indent="0"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b="1" dirty="0"/>
              <a:t>     Application Status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Hired: 85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Pending: 64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Rejected: 73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Shortlisted: 71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Total Applicants: 293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64008"/>
          </a:xfrm>
          <a:prstGeom prst="rect">
            <a:avLst/>
          </a:prstGeom>
          <a:solidFill>
            <a:srgbClr val="23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Job Application Data Analytics Project   | 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09728"/>
            <a:ext cx="10972800" cy="438912"/>
          </a:xfrm>
        </p:spPr>
        <p:txBody>
          <a:bodyPr>
            <a:normAutofit fontScale="90000"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Interactive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7172" y="1534015"/>
            <a:ext cx="8229600" cy="4525963"/>
          </a:xfrm>
        </p:spPr>
        <p:txBody>
          <a:bodyPr/>
          <a:lstStyle/>
          <a:p>
            <a:pPr marL="0" indent="0"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b="1" dirty="0"/>
              <a:t>    Interactive Dashboard Components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4 KPI Cards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4</a:t>
            </a:r>
            <a:r>
              <a:rPr dirty="0"/>
              <a:t> Charts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Department Slicer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Application Status Slicer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Education Level Slicer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dirty="0"/>
              <a:t>Slicers allow users to interactively filter the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64008"/>
          </a:xfrm>
          <a:prstGeom prst="rect">
            <a:avLst/>
          </a:prstGeom>
          <a:solidFill>
            <a:srgbClr val="23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Job Application Data Analytics Project   |   Slide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09728"/>
            <a:ext cx="10972800" cy="438912"/>
          </a:xfrm>
        </p:spPr>
        <p:txBody>
          <a:bodyPr>
            <a:normAutofit fontScale="90000"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857" y="1581239"/>
            <a:ext cx="8229600" cy="4525963"/>
          </a:xfrm>
        </p:spPr>
        <p:txBody>
          <a:bodyPr/>
          <a:lstStyle/>
          <a:p>
            <a:pPr marL="0" indent="0">
              <a:spcAft>
                <a:spcPts val="1100"/>
              </a:spcAft>
              <a:buNone/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b="1" dirty="0"/>
              <a:t>     Key Findings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The dataset contains 293 job applicants.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85 applicants were hired.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The overall average experience was 7.5 years.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The overall average interview score was 72.9.</a:t>
            </a:r>
          </a:p>
          <a:p>
            <a:pPr>
              <a:spcAft>
                <a:spcPts val="11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rPr lang="en-US" dirty="0"/>
              <a:t>Application results vary across different departments and education levels.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13232"/>
            <a:ext cx="12191695" cy="64008"/>
          </a:xfrm>
          <a:prstGeom prst="rect">
            <a:avLst/>
          </a:prstGeom>
          <a:solidFill>
            <a:srgbClr val="236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  <a:latin typeface="Aptos"/>
              </a:defRPr>
            </a:pPr>
            <a:r>
              <a:t>Job Application Data Analytics Project   |  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223</TotalTime>
  <Words>496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Oswald SemiBold</vt:lpstr>
      <vt:lpstr>Univers Condensed Light</vt:lpstr>
      <vt:lpstr>Orange Experience</vt:lpstr>
      <vt:lpstr>JOB APPLICATION DATA ANALYTICS PROJECT</vt:lpstr>
      <vt:lpstr>Project Overview</vt:lpstr>
      <vt:lpstr>Data Problems Found</vt:lpstr>
      <vt:lpstr>Data Problems Found</vt:lpstr>
      <vt:lpstr>Data Problems Found</vt:lpstr>
      <vt:lpstr>Data Cleaning</vt:lpstr>
      <vt:lpstr>Data Analysis</vt:lpstr>
      <vt:lpstr>PivotTables</vt:lpstr>
      <vt:lpstr>Application Status Analysis</vt:lpstr>
      <vt:lpstr>Interactive Dashboard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Sucdi Yasin</cp:lastModifiedBy>
  <cp:revision>3</cp:revision>
  <dcterms:created xsi:type="dcterms:W3CDTF">2013-01-27T09:14:16Z</dcterms:created>
  <dcterms:modified xsi:type="dcterms:W3CDTF">2026-08-24T13:55:47Z</dcterms:modified>
  <cp:category/>
</cp:coreProperties>
</file>